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200" b="1">
                <a:solidFill>
                  <a:srgbClr val="FFB800"/>
                </a:solidFill>
                <a:latin typeface="Arial"/>
              </a:rPr>
              <a:t>🐑 МАЛЧИН АПП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Багийн даргад зориулсан танилцуулга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FFF8E1"/>
                </a:solidFill>
                <a:latin typeface="Arial"/>
              </a:rPr>
              <a:t>«Малчны өглөөний дэвтэр, өдрийн зөвлөх, оройн тооцоо»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  <a:latin typeface="Arial"/>
              </a:rPr>
              <a:t>Хөдөө сум, баг, малчид — нэг утсан дээр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1. ЭНЭ АПП ГЭЖ ЮУ ВЭ?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Богино үгээр: «Өглөө бүр нээдэг малчны дэвтэр»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12121"/>
                </a:solidFill>
                <a:latin typeface="Arial"/>
              </a:rPr>
              <a:t>Малчин хүн утсаа авмагц өнөөдрийн бүх мэдээллээ нэг дороос харна: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12121"/>
                </a:solidFill>
                <a:latin typeface="Arial"/>
              </a:rPr>
              <a:t>• Малын тоо толгой, бэлчээр, өвөлжөө хаваржаа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121"/>
                </a:solidFill>
                <a:latin typeface="Arial"/>
              </a:rPr>
              <a:t>• Цаг агаар, зуд, цасны мэдээ — өөрийн нутгаар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121"/>
                </a:solidFill>
                <a:latin typeface="Arial"/>
              </a:rPr>
              <a:t>• Сум, багийн зарлал — алгасахгүй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121"/>
                </a:solidFill>
                <a:latin typeface="Arial"/>
              </a:rPr>
              <a:t>• Алдсан мал, олдсон малыг 2 минутад зарлах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121"/>
                </a:solidFill>
                <a:latin typeface="Arial"/>
              </a:rPr>
              <a:t>• Өвс тэжээл, унаа тээвэр, ажиллах хүчний зар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121"/>
                </a:solidFill>
                <a:latin typeface="Arial"/>
              </a:rPr>
              <a:t>• Малын эмчтэй уулзах цаг захиалах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121"/>
                </a:solidFill>
                <a:latin typeface="Arial"/>
              </a:rPr>
              <a:t>• Ахмад малчдын ухаан, зөвлөгөө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12121"/>
                </a:solidFill>
                <a:latin typeface="Arial"/>
              </a:rPr>
              <a:t>• Орлого зарлагын богино тэмдэглэл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2. ЯАГААД МАЛЧДАД ХЭРЭГТЭЙ ВЭ?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Өнөөдөр малчин үүнийг бүгдийг тусдаа газраас хайдаг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383280" cy="502920"/>
          </a:xfrm>
          <a:prstGeom prst="rect">
            <a:avLst/>
          </a:prstGeom>
          <a:solidFill>
            <a:srgbClr val="1B5E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Юу хайдаг вэ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280160"/>
            <a:ext cx="3840480" cy="502920"/>
          </a:xfrm>
          <a:prstGeom prst="rect">
            <a:avLst/>
          </a:prstGeom>
          <a:solidFill>
            <a:srgbClr val="1B5E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Хаанаас хайдаг вэ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280160"/>
            <a:ext cx="4297680" cy="502920"/>
          </a:xfrm>
          <a:prstGeom prst="rect">
            <a:avLst/>
          </a:prstGeom>
          <a:solidFill>
            <a:srgbClr val="1B5E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Асуудал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383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Цаг агаар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783080"/>
            <a:ext cx="3840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Зурагт, радио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783080"/>
            <a:ext cx="4297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Өөрийн нутгийн биш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3383280" cy="502920"/>
          </a:xfrm>
          <a:prstGeom prst="rect">
            <a:avLst/>
          </a:prstGeom>
          <a:solidFill>
            <a:srgbClr val="FFF8E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Сумын мэдэгдэл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286000"/>
            <a:ext cx="3840480" cy="502920"/>
          </a:xfrm>
          <a:prstGeom prst="rect">
            <a:avLst/>
          </a:prstGeom>
          <a:solidFill>
            <a:srgbClr val="FFF8E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Утсан мессеж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286000"/>
            <a:ext cx="4297680" cy="502920"/>
          </a:xfrm>
          <a:prstGeom prst="rect">
            <a:avLst/>
          </a:prstGeom>
          <a:solidFill>
            <a:srgbClr val="FFF8E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Дараа алддаг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3383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Алдсан мал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788920"/>
            <a:ext cx="3840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Айлд эргэх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788920"/>
            <a:ext cx="4297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Удаан, хол хүртдэггүй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3383280" cy="502920"/>
          </a:xfrm>
          <a:prstGeom prst="rect">
            <a:avLst/>
          </a:prstGeom>
          <a:solidFill>
            <a:srgbClr val="FFF8E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Өвс тэжээлийн үнэ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291840"/>
            <a:ext cx="3840480" cy="502920"/>
          </a:xfrm>
          <a:prstGeom prst="rect">
            <a:avLst/>
          </a:prstGeom>
          <a:solidFill>
            <a:srgbClr val="FFF8E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Сумын төв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3291840"/>
            <a:ext cx="4297680" cy="502920"/>
          </a:xfrm>
          <a:prstGeom prst="rect">
            <a:avLst/>
          </a:prstGeom>
          <a:solidFill>
            <a:srgbClr val="FFF8E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Хол явахаас өмнө мэдэхгүй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3383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Зөвлөгөө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794760"/>
            <a:ext cx="3840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Ахмад айл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3794760"/>
            <a:ext cx="4297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Ахмад нь холдсон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3383280" cy="502920"/>
          </a:xfrm>
          <a:prstGeom prst="rect">
            <a:avLst/>
          </a:prstGeom>
          <a:solidFill>
            <a:srgbClr val="FFF8E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Малын тоо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4297680"/>
            <a:ext cx="3840480" cy="502920"/>
          </a:xfrm>
          <a:prstGeom prst="rect">
            <a:avLst/>
          </a:prstGeom>
          <a:solidFill>
            <a:srgbClr val="FFF8E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Толгойдоо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4297680"/>
            <a:ext cx="4297680" cy="502920"/>
          </a:xfrm>
          <a:prstGeom prst="rect">
            <a:avLst/>
          </a:prstGeom>
          <a:solidFill>
            <a:srgbClr val="FFF8E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12121"/>
                </a:solidFill>
                <a:latin typeface="Arial"/>
              </a:rPr>
              <a:t>Хэдэн жилд мартагддаг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B5E20"/>
                </a:solidFill>
                <a:latin typeface="Arial"/>
              </a:rPr>
              <a:t>👉 Энэ апп бүгдийг нэг газар цуглуулсан. Сүлжээгүй ч ажиллана.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3.1. НЭВТРЭХ  Утасны дугаараар нэвтрэх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Аппын хуудас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75488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Утасны дугаар оруулах хуудас
Дараа нь мессежээр нууц код ирнэ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Arial"/>
              </a:rPr>
              <a:t>📝 Тайлбар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Зөвхөн утасны дугаараа бичнэ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Мессежээр нууц код ирнэ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Кодоо бичээд орно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Имэйл, нууц үг, нэмэлт зүйл байхгүй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B800"/>
                </a:solidFill>
                <a:latin typeface="Arial"/>
              </a:rPr>
              <a:t>✅ Давуу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Хөгшин малчин ч ойлгож, өөрөө бүртгүүлж чадна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Имэйл бий болгох шаардлагагүй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3.2. ӨӨРИЙГӨӨ ТАНИУЛАХ  10 алхамт нэг удаагийн бүртгэл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Аппын хуудас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75488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Овог нэр, аймаг сум баг сонгох
4 улирлын байршлыг тэмдэглэх
Малын тоог оруулах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Arial"/>
              </a:rPr>
              <a:t>📝 Тайлбар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Овог, нэр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Аймаг, сум, баг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Та хэн бэ? (малчин/багийн дарга/...)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4 улирлын байршил — өвөлжөө, хаваржаа, зуслан, намаржаа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Одоо хаана байгаа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Оторлох боломжтой газар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Малын тоо толгой (5 төрөл)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B800"/>
                </a:solidFill>
                <a:latin typeface="Arial"/>
              </a:rPr>
              <a:t>✅ Давуу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Нэг л удаа бөглөнө — дараа нь дахин асуухгүй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Апп өөрөө таны нутаг, малыг таниад мэдээлэл өгнө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3.3  НҮҮР ХУУДАС — «ӨНӨӨДӨР»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Өглөө апп нээмэгц гарах 9 карт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Нүүр хуудас
Цаг агаар, өнөөдөр хийх ажил, мэдэгдэл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280160"/>
            <a:ext cx="2331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800"/>
              <a:t>🌤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Arial"/>
              </a:rPr>
              <a:t>Өнөөдрийн цаг агаар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Arial"/>
              </a:rPr>
              <a:t>Өвөлжөөны байршлаар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280160"/>
            <a:ext cx="2331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800"/>
              <a:t>⚠️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Arial"/>
              </a:rPr>
              <a:t>Өнөөдрийн эрсдэл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Arial"/>
              </a:rPr>
              <a:t>Салхи, хүйтэн, цас, зуд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280160"/>
            <a:ext cx="2331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800"/>
              <a:t>✅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Arial"/>
              </a:rPr>
              <a:t>Өнөөдөр хийх 3 ажил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Arial"/>
              </a:rPr>
              <a:t>Ус, түлш, эрүүл мэнд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017520"/>
            <a:ext cx="2331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800"/>
              <a:t>🚚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Arial"/>
              </a:rPr>
              <a:t>Нүүх / оторлох зөвлөгөө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Arial"/>
              </a:rPr>
              <a:t>Өвс хүрэхгүй бол хаашаа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3017520"/>
            <a:ext cx="2331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800"/>
              <a:t>🩺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Arial"/>
              </a:rPr>
              <a:t>Малын эрүүл мэндийн дохио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Arial"/>
              </a:rPr>
              <a:t>Шүлхий, таршаа г.м.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3017520"/>
            <a:ext cx="2331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800"/>
              <a:t>📢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Arial"/>
              </a:rPr>
              <a:t>Сумын шинэ мэдэгдэл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Arial"/>
              </a:rPr>
              <a:t>Багийн дарга юу мэдэгдсэн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754880"/>
            <a:ext cx="2331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800"/>
              <a:t>🧓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Arial"/>
              </a:rPr>
              <a:t>Ахмадын 1 зөвлөгөө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Arial"/>
              </a:rPr>
              <a:t>Өдөрт нэг сургаалт үг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4754880"/>
            <a:ext cx="2331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800"/>
              <a:t>💰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Arial"/>
              </a:rPr>
              <a:t>Зах зээлийн товч үнэ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Arial"/>
              </a:rPr>
              <a:t>Өвс, мах, ноос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4754880"/>
            <a:ext cx="2331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800"/>
              <a:t>📦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Arial"/>
              </a:rPr>
              <a:t>Ойролцоох хэрэгтэй зар</a:t>
            </a:r>
          </a:p>
          <a:p>
            <a:pPr algn="ctr"/>
            <a:r>
              <a:rPr sz="900">
                <a:solidFill>
                  <a:srgbClr val="555555"/>
                </a:solidFill>
                <a:latin typeface="Arial"/>
              </a:rPr>
              <a:t>Унаа, ажиллах хүн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3.4. МАЛ БҮРТГЭЛ  5 төрлийн мал — адуу, үхэр, хонь, ямаа, тэмээ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Аппын хуудас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75488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Малын тоо толгой
Нэмэх, хасах товч энгийн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Arial"/>
              </a:rPr>
              <a:t>📝 Тайлбар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5 төрлийн малыг тус тусад нь бүртгэнэ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Нэмэх, хасах товч энгийн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Төл гарах, хорогдох, худалдсан, авсан — бичнэ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Жилийн эцсийн тооллогод бэлэн болно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B800"/>
                </a:solidFill>
                <a:latin typeface="Arial"/>
              </a:rPr>
              <a:t>✅ Давуу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«Хэдэн толгой малтай вэ?» гэхэд 3 секундэд хариулна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Толгойдоо барих, хуучин дэвтэрт хайх шаардлагагүй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3.5. БЭЛЧЭЭР, ГАЗРЫН ЗУРАГ  4 улирлын бууц + одоогийн байршил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Аппын хуудас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75488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Газрын зураг
Өвөлжөө, хаваржаа, зуслан, намаржаа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Arial"/>
              </a:rPr>
              <a:t>📝 Тайлбар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4 улирлын өөрийн бууцыг тэмдэглэнэ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Одоо мал хаана байгаа газрын зурагт цэгээр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Оторлох боломжтой газар нэмэх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B800"/>
                </a:solidFill>
                <a:latin typeface="Arial"/>
              </a:rPr>
              <a:t>✅ Давуу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Яг газрыг бусдад харуулахгүй — зөвхөн «энэ багт» түвшинд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Хувийн нууц хадгалагдана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3.6. ЗӨВЛӨГӨӨ — УХААЛАГ ТУСЛАХ  Малчны асуултанд богино, тодорхой хариулт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Аппын хуудас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75488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Зөвлөгөө асуух хуудас
Хариултын карт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Arial"/>
              </a:rPr>
              <a:t>📝 Тайлбар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«Хонь толгой эргэвэл яах вэ?»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«Зуд болох гэж байна, хаашаа нүүх вэ?»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Хариу: одоо юу хийх → яагаад → 3-7 алхам → анхаарах → эрсдэл → хэнд мэдэгдэх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B800"/>
                </a:solidFill>
                <a:latin typeface="Arial"/>
              </a:rPr>
              <a:t>✅ Давуу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Урт өгүүлэл биш — богино тодорхой алхмууд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Малчинд шууд хэрэгцээтэй формат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3.7. АХМАДЫН УХААН  Ахмад малчдын дуу хоолой, видео, зураг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Аппын хуудас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75488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Хөгшин малчны видео карт
Аудио сонсох товч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Arial"/>
              </a:rPr>
              <a:t>📝 Тайлбар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Ахмадын дуу хоолой, видео, зураг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«Зуны бэлчээр», «Тулга бариулах», «Чонын дайралтаас»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Хөгшин хүмүүс өөрсдөө оруулна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B800"/>
                </a:solidFill>
                <a:latin typeface="Arial"/>
              </a:rPr>
              <a:t>✅ Давуу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Хуучин ёс заншил, малын ухаан залуу үед дамжина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Ахмадууд өөрсдөө хүндлэгдэж байгаагаа мэдэрнэ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3.8. АЛДСАН / ОЛДСОН МАЛ  2 минутад зарлах тусгай хуудас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Аппын хуудас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75488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Алдсан мал зарлах хуудас
Ойролцоох олдсон малын жагсаалт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Arial"/>
              </a:rPr>
              <a:t>📝 Тайлбар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АЛДСАН: зураг авах → им тамга бичих → багт мэдэгдэх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ОЛДСОН: зураг авах → нутгийн зар → эзэнтэй холбогдох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B800"/>
                </a:solidFill>
                <a:latin typeface="Arial"/>
              </a:rPr>
              <a:t>✅ Давуу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Урьд сум сум руу яриулж байсан зүйл одоо 2 минутад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Хол хүртэлх айлуудад нэг дор хүрнэ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3.9. ЗАХ ЗЭЭЛ — ЗАР ЗАХИАЛГА  Малчны амьдралтай холбоотой зар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Аппын хуудас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75488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Зар жагсаалт
Өвс тэжээл, унаа, мал, ажиллах хүн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Arial"/>
              </a:rPr>
              <a:t>📝 Тайлбар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Өвс тэжээл, хужир шорлог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Тээвэр, унаа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Мал зарах, авах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Ажиллах хүн, түрээс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Хоршооны бараа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B800"/>
                </a:solidFill>
                <a:latin typeface="Arial"/>
              </a:rPr>
              <a:t>✅ Давуу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Хол явалгүй сум, аймгийн мэдээлэл харна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Үнэ ил тод, дундын зуучлагч хэрэггүй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3.10. МАЛ ЭМЧТЭЙ ХОЛБОГДОХ  Цаг захиалах, асуулт илгээх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Аппын хуудас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75488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Мал эмчийн жагсаалт
Цаг захиалах хуудас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Arial"/>
              </a:rPr>
              <a:t>📝 Тайлбар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Сумын мал эмчийн утас, хаяг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Цаг захиалах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Малын зураг илгээх, асуулт бичих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Эмийн зөвлөгөө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B800"/>
                </a:solidFill>
                <a:latin typeface="Arial"/>
              </a:rPr>
              <a:t>✅ Давуу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«Эмч сум руу очно уу?» гэж хүлээх биш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Апп дотроос шууд ярина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3.11. СУМ, БАГИЙН МЭДЭГДЭЛ  Зарлал, тарилгын хуваарь, хурлын мэдэгдэл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Аппын хуудас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75488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Сумын зарлал жагсаалт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Arial"/>
              </a:rPr>
              <a:t>📝 Тайлбар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Сумын засаг даргын зарлал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Багийн даргын мэдэгдэл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Тооллого, тарилгын хуваарь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Хурал, цуглааны мэдэгдэл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B800"/>
                </a:solidFill>
                <a:latin typeface="Arial"/>
              </a:rPr>
              <a:t>✅ Давуу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«Сонссонгүй, мэдсэнгүй» гэх асуудал тэглэдэг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Хэн уншсан, хэн уншаагүй харагдана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3.12. ӨРХ, САНХҮҮ  Орлого зарлага, өрхийн гишүүд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Аппын хуудас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75488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Орлого зарлагын тэмдэглэл
Өрхийн гишүүд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Arial"/>
              </a:rPr>
              <a:t>📝 Тайлбар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Өрхийн гишүүд (эхнэр, хүүхэд, хадам)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Орлого, зарлагын богино тэмдэглэл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ЭМД, НДШ-ийн мэдээлэл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12121"/>
                </a:solidFill>
                <a:latin typeface="Arial"/>
              </a:rPr>
              <a:t>• Хүүхдийн сургуулийн дэмжлэг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B800"/>
                </a:solidFill>
                <a:latin typeface="Arial"/>
              </a:rPr>
              <a:t>✅ Давуу 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Орлого зарлагаа толгойдоо барилгүй харна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Arial"/>
              </a:rPr>
              <a:t>• Жилийн тооцоо хийхэд хялбар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3.13  ПРОФАЙЛ, БАГЦ, ТӨЛБӨР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5 багц — үнэгүйгээр эхэлж болно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1945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19456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ҮНЭГҮЙ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  <a:latin typeface="Arial"/>
              </a:rPr>
              <a:t>Хэн авах:</a:t>
            </a:r>
          </a:p>
          <a:p>
            <a:pPr algn="ctr"/>
            <a:r>
              <a:rPr sz="1300" b="1">
                <a:solidFill>
                  <a:srgbClr val="212121"/>
                </a:solidFill>
                <a:latin typeface="Arial"/>
              </a:rPr>
              <a:t>Хэн ч</a:t>
            </a:r>
          </a:p>
          <a:p>
            <a:pPr algn="ctr">
              <a:spcBef>
                <a:spcPts val="800"/>
              </a:spcBef>
            </a:pPr>
            <a:r>
              <a:rPr sz="1100">
                <a:solidFill>
                  <a:srgbClr val="555555"/>
                </a:solidFill>
                <a:latin typeface="Arial"/>
              </a:rPr>
              <a:t>
Юу багтсан:</a:t>
            </a:r>
          </a:p>
          <a:p>
            <a:pPr algn="ctr"/>
            <a:r>
              <a:rPr sz="1200">
                <a:solidFill>
                  <a:srgbClr val="212121"/>
                </a:solidFill>
                <a:latin typeface="Arial"/>
              </a:rPr>
              <a:t>Үндсэн боломжууд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371600"/>
            <a:ext cx="21945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371600"/>
            <a:ext cx="2194560" cy="64008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ПРЕМИУМ МАЛЧИН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148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  <a:latin typeface="Arial"/>
              </a:rPr>
              <a:t>Хэн авах:</a:t>
            </a:r>
          </a:p>
          <a:p>
            <a:pPr algn="ctr"/>
            <a:r>
              <a:rPr sz="1300" b="1">
                <a:solidFill>
                  <a:srgbClr val="212121"/>
                </a:solidFill>
                <a:latin typeface="Arial"/>
              </a:rPr>
              <a:t>Малчин өөрөө</a:t>
            </a:r>
          </a:p>
          <a:p>
            <a:pPr algn="ctr">
              <a:spcBef>
                <a:spcPts val="800"/>
              </a:spcBef>
            </a:pPr>
            <a:r>
              <a:rPr sz="1100">
                <a:solidFill>
                  <a:srgbClr val="555555"/>
                </a:solidFill>
                <a:latin typeface="Arial"/>
              </a:rPr>
              <a:t>
Юу багтсан:</a:t>
            </a:r>
          </a:p>
          <a:p>
            <a:pPr algn="ctr"/>
            <a:r>
              <a:rPr sz="1200">
                <a:solidFill>
                  <a:srgbClr val="212121"/>
                </a:solidFill>
                <a:latin typeface="Arial"/>
              </a:rPr>
              <a:t>Илүү гүн зөвлөгөө,
эрсдэлийн анхааруулга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371600"/>
            <a:ext cx="21945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371600"/>
            <a:ext cx="219456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ХОРШООНЫ БАГЦ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148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  <a:latin typeface="Arial"/>
              </a:rPr>
              <a:t>Хэн авах:</a:t>
            </a:r>
          </a:p>
          <a:p>
            <a:pPr algn="ctr"/>
            <a:r>
              <a:rPr sz="1300" b="1">
                <a:solidFill>
                  <a:srgbClr val="212121"/>
                </a:solidFill>
                <a:latin typeface="Arial"/>
              </a:rPr>
              <a:t>Хоршоо</a:t>
            </a:r>
          </a:p>
          <a:p>
            <a:pPr algn="ctr">
              <a:spcBef>
                <a:spcPts val="800"/>
              </a:spcBef>
            </a:pPr>
            <a:r>
              <a:rPr sz="1100">
                <a:solidFill>
                  <a:srgbClr val="555555"/>
                </a:solidFill>
                <a:latin typeface="Arial"/>
              </a:rPr>
              <a:t>
Юу багтсан:</a:t>
            </a:r>
          </a:p>
          <a:p>
            <a:pPr algn="ctr"/>
            <a:r>
              <a:rPr sz="1200">
                <a:solidFill>
                  <a:srgbClr val="212121"/>
                </a:solidFill>
                <a:latin typeface="Arial"/>
              </a:rPr>
              <a:t>Олон гишүүн нэгтгэх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371600"/>
            <a:ext cx="21945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1371600"/>
            <a:ext cx="219456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СУМЫН БАГЦ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48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  <a:latin typeface="Arial"/>
              </a:rPr>
              <a:t>Хэн авах:</a:t>
            </a:r>
          </a:p>
          <a:p>
            <a:pPr algn="ctr"/>
            <a:r>
              <a:rPr sz="1300" b="1">
                <a:solidFill>
                  <a:srgbClr val="212121"/>
                </a:solidFill>
                <a:latin typeface="Arial"/>
              </a:rPr>
              <a:t>Сумын засаг</a:t>
            </a:r>
          </a:p>
          <a:p>
            <a:pPr algn="ctr">
              <a:spcBef>
                <a:spcPts val="800"/>
              </a:spcBef>
            </a:pPr>
            <a:r>
              <a:rPr sz="1100">
                <a:solidFill>
                  <a:srgbClr val="555555"/>
                </a:solidFill>
                <a:latin typeface="Arial"/>
              </a:rPr>
              <a:t>
Юу багтсан:</a:t>
            </a:r>
          </a:p>
          <a:p>
            <a:pPr algn="ctr"/>
            <a:r>
              <a:rPr sz="1200">
                <a:solidFill>
                  <a:srgbClr val="212121"/>
                </a:solidFill>
                <a:latin typeface="Arial"/>
              </a:rPr>
              <a:t>Бүх малчдыг харах
самбар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371600"/>
            <a:ext cx="21945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5520" y="1371600"/>
            <a:ext cx="2194560" cy="64008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ҮЙЛЧИЛГЭЭ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148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  <a:latin typeface="Arial"/>
              </a:rPr>
              <a:t>Хэн авах:</a:t>
            </a:r>
          </a:p>
          <a:p>
            <a:pPr algn="ctr"/>
            <a:r>
              <a:rPr sz="1300" b="1">
                <a:solidFill>
                  <a:srgbClr val="212121"/>
                </a:solidFill>
                <a:latin typeface="Arial"/>
              </a:rPr>
              <a:t>Мал эмч, тээвэр</a:t>
            </a:r>
          </a:p>
          <a:p>
            <a:pPr algn="ctr">
              <a:spcBef>
                <a:spcPts val="800"/>
              </a:spcBef>
            </a:pPr>
            <a:r>
              <a:rPr sz="1100">
                <a:solidFill>
                  <a:srgbClr val="555555"/>
                </a:solidFill>
                <a:latin typeface="Arial"/>
              </a:rPr>
              <a:t>
Юу багтсан:</a:t>
            </a:r>
          </a:p>
          <a:p>
            <a:pPr algn="ctr"/>
            <a:r>
              <a:rPr sz="1200">
                <a:solidFill>
                  <a:srgbClr val="212121"/>
                </a:solidFill>
                <a:latin typeface="Arial"/>
              </a:rPr>
              <a:t>Зар, цаг захиалга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B5E20"/>
                </a:solidFill>
                <a:latin typeface="Arial"/>
              </a:rPr>
              <a:t>💡 Үнэгүй хувилбараар л өдөр тутмын ажил гүйцэт бүтнэ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4. БАГИЙН ДАРГЫН ТУСГАЙ САМБАР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Зөвхөн багийн даргад нээгдэх боломжууд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572000" cy="5212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B800"/>
                </a:solidFill>
                <a:latin typeface="Arial"/>
              </a:rPr>
              <a:t>📷 ЗУРАГ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Arial"/>
              </a:rPr>
              <a:t>
Багийн даргын самбар
Өрхүүдийн жагсаалт, эрсдэл,
мэдэгдэл явуулах товч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371600"/>
            <a:ext cx="6583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600" b="1">
                <a:solidFill>
                  <a:srgbClr val="1B5E20"/>
                </a:solidFill>
                <a:latin typeface="Arial"/>
              </a:rPr>
              <a:t>🏠  Бүх өрхийг нэг дэлгэцэн дээр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12121"/>
                </a:solidFill>
                <a:latin typeface="Arial"/>
              </a:rPr>
              <a:t>Хэдэн өрх, хэчнээн мал. Хэн нь өвөлжөө руу нүүсэн, хэн нь оторт явсан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697480"/>
            <a:ext cx="6583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600" b="1">
                <a:solidFill>
                  <a:srgbClr val="1B5E20"/>
                </a:solidFill>
                <a:latin typeface="Arial"/>
              </a:rPr>
              <a:t>📢  Нэг товчоор бүгдэд мэдэгдэл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12121"/>
                </a:solidFill>
                <a:latin typeface="Arial"/>
              </a:rPr>
              <a:t>Гарчиг, агуулга бичээд илгээх. Хэн уншсан, хэн уншаагүй харагдана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4023360"/>
            <a:ext cx="6583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600" b="1">
                <a:solidFill>
                  <a:srgbClr val="1B5E20"/>
                </a:solidFill>
                <a:latin typeface="Arial"/>
              </a:rPr>
              <a:t>⚠️  Эрсдэлтэй өрхүүд тодрох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12121"/>
                </a:solidFill>
                <a:latin typeface="Arial"/>
              </a:rPr>
              <a:t>Цастай нутаг, өвс хүрэхгүй, хол оторт яваа. Шууд утсаар холбогдох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5349240"/>
            <a:ext cx="6583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600" b="1">
                <a:solidFill>
                  <a:srgbClr val="1B5E20"/>
                </a:solidFill>
                <a:latin typeface="Arial"/>
              </a:rPr>
              <a:t>📊  Тайлан өөрөө гарна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12121"/>
                </a:solidFill>
                <a:latin typeface="Arial"/>
              </a:rPr>
              <a:t>Сар, улирлын тайлан. Сумын засаг даргад илгээх товчтой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5. ДАВУУ ТАЛУУД (ХУРААНГУЙ)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Малчин, багийн дарга, сумын удирдлага — гурвуулангаа хожино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749039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👨‍🌾  МАЛЧДАД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749039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Бүх мэдээллээ нэг газраас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Сүлжээгүй ч ажиллана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Хол явалгүй өвсний үнэ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Хөгшин ч ойлгох товч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Алдсан мал 2 минутад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Малын тоо толгойдоо хадгалгүй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19" y="1371600"/>
            <a:ext cx="3749039" cy="64008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👨‍💼  БАГИЙН ДАРГАД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19" y="2011680"/>
            <a:ext cx="3749039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Бүх өрхөө нэг самбараас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Нэг товчоор мэдэгдэл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Эрсдэлтэй өрхөө хурдан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Тайлан цаг алдалгүй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38" y="1371600"/>
            <a:ext cx="3749039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🏛  СУМЫН УДИРДЛАГАД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38" y="2011680"/>
            <a:ext cx="3749039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Бүх багийн мэдээлэл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Өрхүүдтэй шууд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  <a:latin typeface="Arial"/>
              </a:rPr>
              <a:t>✓ Тайлан, статистик гарт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6. ЯАГААД ЗААВАЛ ЭНЭ АППЫГ АШИГЛАХ ВЭ?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7 чухал шалтгаан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6692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554480"/>
            <a:ext cx="731520" cy="7315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Arial"/>
              </a:rPr>
              <a:t>Цаг хэмнэнэ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20240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Утсаар яриа, дэвтэр бичих, сум руу явах хугацаа богиносно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6692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1554480"/>
            <a:ext cx="731520" cy="7315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1732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Arial"/>
              </a:rPr>
              <a:t>Алдагдал багасна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920240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Цаг агаар, өвчний анхааруулгыг урьдчилан мэднэ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51760"/>
            <a:ext cx="56692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2926080"/>
            <a:ext cx="731520" cy="7315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78892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Arial"/>
              </a:rPr>
              <a:t>Үнэ ил тод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91840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Дундын зуучлагч «бага үнэлэх» эрсдэл багасна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651760"/>
            <a:ext cx="56692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2926080"/>
            <a:ext cx="731520" cy="7315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8892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Arial"/>
              </a:rPr>
              <a:t>Хүн бүр ижил мэдээлэл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91840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Багийн дарга, малчин, сумын дарга нэг тоог хардаг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56692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4297680"/>
            <a:ext cx="731520" cy="7315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16052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Arial"/>
              </a:rPr>
              <a:t>Хөгшин залуу хоёр ойлгоно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663440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Хэцүү технологи биш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56692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731520" cy="7315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16052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Arial"/>
              </a:rPr>
              <a:t>Хувийн нууц хадгалагдана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663440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Яг координат бусдад харагдахгүй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94960"/>
            <a:ext cx="56692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4360" y="5669280"/>
            <a:ext cx="731520" cy="7315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53212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Arial"/>
              </a:rPr>
              <a:t>Үнэгүй эхэлж болно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6035040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0 төгрөгөөр өдөр тутмын ажил бүтнэ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7. БАГТАА ЯАЖ НЭВТРҮҮЛЭХ ВЭ?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8E1"/>
                </a:solidFill>
                <a:latin typeface="Arial"/>
              </a:rPr>
              <a:t>Багийн дарга та өөрөө хэрхэн эхлүүлэх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2860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554480"/>
            <a:ext cx="1097280" cy="10972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1031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B5E20"/>
                </a:solidFill>
                <a:latin typeface="Arial"/>
              </a:rPr>
              <a:t>БАГИЙН ХУРАЛ ДЭЭР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2011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  <a:latin typeface="Arial"/>
              </a:rPr>
              <a:t>Нэг утсаар үзүүлж тайлбарлах. Бүгд харж, асуухаар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371600"/>
            <a:ext cx="22860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83280" y="1554480"/>
            <a:ext cx="1097280" cy="10972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34640"/>
            <a:ext cx="21031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B5E20"/>
                </a:solidFill>
                <a:latin typeface="Arial"/>
              </a:rPr>
              <a:t>ИДЭВХТЭЙ АЙЛУУДААР ЭХЭЛ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840480"/>
            <a:ext cx="2011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  <a:latin typeface="Arial"/>
              </a:rPr>
              <a:t>3-5 идэвхтэй малчин эхлээд туршиж үзнэ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371600"/>
            <a:ext cx="22860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6440" y="1554480"/>
            <a:ext cx="1097280" cy="10972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834640"/>
            <a:ext cx="21031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B5E20"/>
                </a:solidFill>
                <a:latin typeface="Arial"/>
              </a:rPr>
              <a:t>АМЖИЛТЫГ ҮЗҮҮЛ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840480"/>
            <a:ext cx="2011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  <a:latin typeface="Arial"/>
              </a:rPr>
              <a:t>Жишээ нь алдсан мал хурдан олдсон туршлагыг бусдад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1600"/>
            <a:ext cx="22860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0" y="1554480"/>
            <a:ext cx="1097280" cy="10972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2834640"/>
            <a:ext cx="21031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B5E20"/>
                </a:solidFill>
                <a:latin typeface="Arial"/>
              </a:rPr>
              <a:t>ХУУЧИН АРГЫГ ҮЛДЭЭ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840480"/>
            <a:ext cx="2011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  <a:latin typeface="Arial"/>
              </a:rPr>
              <a:t>Хуучин арга барилаа хэвээр үлдээгээд дээр нь нэмэлт хэрэгсэл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1371600"/>
            <a:ext cx="22860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52760" y="1554480"/>
            <a:ext cx="1097280" cy="109728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834640"/>
            <a:ext cx="21031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B5E20"/>
                </a:solidFill>
                <a:latin typeface="Arial"/>
              </a:rPr>
              <a:t>1-2 САРЫН ДОТОР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3840480"/>
            <a:ext cx="2011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  <a:latin typeface="Arial"/>
              </a:rPr>
              <a:t>Бүх айлд тарж ашиглагдана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FFB800"/>
                </a:solidFill>
                <a:latin typeface="Arial"/>
              </a:rPr>
              <a:t>🐑 МАЛЧИН АПП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828800"/>
          </a:xfrm>
          <a:prstGeom prst="roundRect">
            <a:avLst/>
          </a:prstGeom>
          <a:solidFill>
            <a:srgbClr val="FFF8E1"/>
          </a:solidFill>
          <a:ln w="381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2800" b="1">
                <a:solidFill>
                  <a:srgbClr val="1B5E20"/>
                </a:solidFill>
                <a:latin typeface="Arial"/>
              </a:rPr>
              <a:t>«Малчны өглөөний дэвтэр,</a:t>
            </a:r>
          </a:p>
          <a:p>
            <a:pPr algn="ctr"/>
            <a:r>
              <a:rPr sz="2800" b="1">
                <a:solidFill>
                  <a:srgbClr val="1B5E20"/>
                </a:solidFill>
                <a:latin typeface="Arial"/>
              </a:rPr>
              <a:t>өдрийн зөвлөх, оройн тооцоо</a:t>
            </a:r>
          </a:p>
          <a:p>
            <a:pPr algn="ctr"/>
            <a:r>
              <a:rPr sz="2800" b="1">
                <a:solidFill>
                  <a:srgbClr val="1B5E20"/>
                </a:solidFill>
                <a:latin typeface="Arial"/>
              </a:rPr>
              <a:t>— нэг утсан дээр»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686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🏠  Багийн БҮХ ӨРХТЭЙ холбогдсон хэвээр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686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📊  Тайлан илгээх ажил ХӨНГӨВЧЛӨНӨ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8686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⚠️  Эрсдэл ирэхэд ЦАГ АЛДАЛГҮЙ сэрэмжлүүлнэ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94960"/>
            <a:ext cx="8686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🏛  Сумын удирдлагатай БЭЛЭН МЭДЭЭЛЛЭЭР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B800"/>
                </a:solidFill>
                <a:latin typeface="Arial"/>
              </a:rPr>
              <a:t>БАЯРЛАЛАА  •  АСУУЛТ БАЙВАЛ АПП ДОТРООС «ТУСЛАМЖ» ХЭСГИЙГ ҮЗНЭ ҮҮ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